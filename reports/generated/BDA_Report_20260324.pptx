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8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RESUMO DIÁRIO DOS MERCADOS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Direcção Financeira  |  24/03/2026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9436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Powered by TEKO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Mercados Globais - Capital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24/03/2026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9696"/>
                </a:solidFill>
              </a:defRPr>
            </a:pPr>
            <a:r>
              <a:t>Edifício BDA, Condomínio Dolce Vita, Via S8, Talatona, Luanda - Angola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Índice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Anterior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Atual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 (%)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S&amp;P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6581.0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6556.37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0000"/>
                          </a:solidFill>
                        </a:defRPr>
                      </a:pPr>
                      <a:r>
                        <a:t>-0.37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Dow Jones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46208.47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46124.06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0000"/>
                          </a:solidFill>
                        </a:defRPr>
                      </a:pPr>
                      <a:r>
                        <a:t>-0.18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NASDAQ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21946.76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21761.89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0000"/>
                          </a:solidFill>
                        </a:defRPr>
                      </a:pPr>
                      <a:r>
                        <a:t>-0.84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Nikkei 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51515.49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52252.28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1.43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IBOVESPA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181932.0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182509.14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0.32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Eurostoxx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5574.32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5581.29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0.13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PSI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8778.51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8881.98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1.18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Shanghai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3813.28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3881.28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1.78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Bolsa de Londres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9894.2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9965.16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Commodities &amp; Minerais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24/03/2026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9696"/>
                </a:solidFill>
              </a:defRPr>
            </a:pPr>
            <a:r>
              <a:t>Edifício BDA, Condomínio Dolce Vita, Via S8, Talatona, Luanda - Angola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Commodity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Anterior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Atual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 (%)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Petróleo (Brent)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99.94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100.35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0.41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Ouro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4404.1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4436.3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0.73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459.5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462.25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Soja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1163.5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1154.0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0000"/>
                          </a:solidFill>
                        </a:defRPr>
                      </a:pPr>
                      <a:r>
                        <a:t>-0.82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Trigo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587.75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591.75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Café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307.0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319.15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3.96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Açúcar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15.52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2.45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Algodão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67.18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67.34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9600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Criptomoedas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24/03/2026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9696"/>
                </a:solidFill>
              </a:defRPr>
            </a:pPr>
            <a:r>
              <a:t>Edifício BDA, Condomínio Dolce Vita, Via S8, Talatona, Luanda - Angola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10287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Cripto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Anterior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Atual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 (%)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Bitcoin (BTC)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70914.86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70006.14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0000"/>
                          </a:solidFill>
                        </a:defRPr>
                      </a:pPr>
                      <a:r>
                        <a:t>-1.28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Ethereum (ETH)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2152.15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2142.87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0000"/>
                          </a:solidFill>
                        </a:defRPr>
                      </a:pPr>
                      <a:r>
                        <a:t>-0.43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XRP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0000"/>
                          </a:solidFill>
                        </a:defRPr>
                      </a:pPr>
                      <a:r>
                        <a:t>-2.1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Taxas LUIBOR - BNA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24/03/2026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69696"/>
                </a:solidFill>
              </a:defRPr>
            </a:pPr>
            <a:r>
              <a:t>Edifício BDA, Condomínio Dolce Vita, Via S8, Talatona, Luanda - Angola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Taxa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 (%)</a:t>
                      </a:r>
                    </a:p>
                  </a:txBody>
                  <a:tcPr>
                    <a:solidFill>
                      <a:srgbClr val="FF8C0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LUIBOR O/N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LUIBOR 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LUIBOR 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LUIBOR 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LUIBOR 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LUIBOR 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