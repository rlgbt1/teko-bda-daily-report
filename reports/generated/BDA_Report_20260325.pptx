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RESUMO DIÁRIO DOS MERCADOS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Direcção Financeira  |  25/03/2026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9436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Powered by TEKO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Mercados Globais - Capital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25/03/2026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Índice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Anterior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Atual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 (%)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6556.37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6591.9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Dow 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46124.06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46429.49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NASDAQ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21761.89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21929.83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Nikkei 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52252.28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53749.62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2.87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IBOVESPA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182509.0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185424.28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Eurostoxx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5581.29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5649.33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1.22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PSI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8881.98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9014.42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1.49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Shanghai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3881.28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3931.84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Bolsa de Londres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9965.2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10106.84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Commodities &amp; Minerais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25/03/2026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Commodity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Anterior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Atual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 (%)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Petróleo (Brent)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104.49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-6.12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4399.3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4519.4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2.73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1.85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467.5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Soja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1173.5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Trigo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599.5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1.61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317.85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315.8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-0.64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Açúcar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15.88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15.53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-2.2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Algodão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67.62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67.88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Criptomoedas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25/03/2026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Cripto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Anterior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Atual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 (%)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Bitcoin (BTC)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70517.86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70803.86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0.41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Ethereum (ETH)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2155.7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2162.64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XRP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-0.7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Taxas LUIBOR - BNA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25/03/2026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2057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Maturidade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Taxa (%)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18,31%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Liquidez - Moeda 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25/03/2026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Descrição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Valor (Kz)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Reservas Livres BNA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DO B. Comerciais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DP B. Comerciais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LIQUIDEZ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Liquidez - Moeda Estrangeira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25/03/2026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Descrição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Valor (USD)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SALDO D.O Estrangeiros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DPs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COLATERAL CDI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LIQUIDEZ TOTAL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